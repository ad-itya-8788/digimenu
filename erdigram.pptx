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>
        <p:scale>
          <a:sx n="75" d="100"/>
          <a:sy n="75" d="100"/>
        </p:scale>
        <p:origin x="6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D186-1867-442A-7559-7451059BF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71633-608D-ACD1-0E02-C93F271D5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3F39B-AC0E-3142-91D8-6DF3B2817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7294-7579-A560-69EA-A689D0C1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2CAA5-5BAD-D4BD-6169-6ECF0957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9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D2D1-B572-3887-9C8A-0845C820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4EC0-B9E8-B2EB-40A3-A5F67EC20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7E002-CDE5-2AC7-FA97-AF74F149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3C68-BF3C-A78B-B7E2-B11C79B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964BE-663A-AA0B-8257-02474D4CB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1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2559-770C-0F12-7E43-CD395269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F9566-9D76-4569-F7E4-CFAB00FD8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4FD1F-19E7-F1DC-6756-32A1A803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B1E47-87CE-B96A-B0E5-6449638C0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E336-C78C-580F-12FB-5EE0B134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7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8F52-CA5A-3D2C-C11E-0983B25F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ABC1C-8D53-4C08-2646-9E143E211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86E81-9483-93F8-6E72-197B29B7A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E9775-657A-4E14-439F-FB2FCD892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F1430-3A21-8415-A0C6-A73F23CD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F674D-BD83-E54F-7AD1-3BA21F99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5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78A9-FB85-572C-AAC5-53689043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1BABE-79E5-C205-1D52-354ED7727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17C1-7A7D-5CF2-FCF2-E4E59C1D2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09AA2-CDCC-CB1E-24DC-331CB413E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90B01-D26C-53FA-AABC-401E75066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EEC2F-51C7-5D68-C008-2B3C5893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CE799-8510-53BB-38D1-0677230D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69A0-875C-9A4F-0D1F-AF5055A2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0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E9B6-E6B5-0E5E-CE63-61C9331F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DA1B2-E057-C107-BF86-AA9C1F86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B3C10-0A0B-D408-BFD1-00B8E95A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0ADEA-0FD7-D2E2-8D01-7D75F7E8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68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036FE-1DB9-4B05-3455-12DB8CD4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8C7AF-1DCE-158A-9022-3E0C3095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C5C4D-15AB-ECAD-E541-DCC52D43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2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CA0C-B8AF-4B54-A26B-699DC9C1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D96A-2042-373C-C975-CC5386A3C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D6C15-ECEE-EC3D-D7CD-669910241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0A8CD-CBD6-FCD9-8A1A-8338D48D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E4100-4A27-8E07-647B-2F3FF81F2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27BC2-D9A6-9F4F-400D-E361536D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2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B1FF-089B-DA07-F9AF-37F34695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3106F-91EF-93AA-8B39-A263F2B8C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04659-1AB3-E871-0EA9-8B2535901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5379B-BC75-16B4-1311-A433EA37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D0BDE-7A51-C7F3-045C-8DB41268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0C7B7-B0A3-FA76-5DEF-C52A798A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5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49D4-B445-545C-ED96-FD020E2F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D5343-181B-9CB1-F5EA-AF81E7699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82E6E-CC38-77E4-7877-DE11689F0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E6E62-6943-B182-2934-2D35280F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84613-04B4-8D53-8D20-883C5CC6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7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B772D8-F8F1-AE38-A79C-AEE0617A0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A8C89-FFDE-D35D-2941-BE8F779FC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277E-19B5-2B97-DFAC-862AFC6F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458E8-3750-4614-E05A-7F8A10A2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9A5A-1E59-11EF-9E00-A79E8961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5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B779C1-65E8-40C4-17C8-CB25FB1E4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E48DA-BDB4-E843-9801-278DC64F2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58E1C-276F-716D-83DD-F4AC0A6C8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F5383-BF3E-4BD8-A1C7-C7AEFD34C081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FA0D-8BB9-278F-D7A6-A542FA1BF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A25D6-0B61-14CA-E9B1-9C20D5920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CC336-C748-45ED-9011-9A7485F0F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6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5FDD736-A26A-ED36-1469-C87F6B92B37D}"/>
              </a:ext>
            </a:extLst>
          </p:cNvPr>
          <p:cNvGrpSpPr/>
          <p:nvPr/>
        </p:nvGrpSpPr>
        <p:grpSpPr>
          <a:xfrm>
            <a:off x="48738" y="791074"/>
            <a:ext cx="11506181" cy="3984493"/>
            <a:chOff x="26600" y="1265274"/>
            <a:chExt cx="11506181" cy="39844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18A505-9D07-041A-6139-BF4FEEF3151D}"/>
                </a:ext>
              </a:extLst>
            </p:cNvPr>
            <p:cNvSpPr/>
            <p:nvPr/>
          </p:nvSpPr>
          <p:spPr>
            <a:xfrm>
              <a:off x="198473" y="1417674"/>
              <a:ext cx="1835889" cy="38986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Menu_category</a:t>
              </a:r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7924497-4387-7426-2EB3-9E9D836169EE}"/>
                </a:ext>
              </a:extLst>
            </p:cNvPr>
            <p:cNvCxnSpPr>
              <a:stCxn id="4" idx="3"/>
            </p:cNvCxnSpPr>
            <p:nvPr/>
          </p:nvCxnSpPr>
          <p:spPr>
            <a:xfrm>
              <a:off x="2034362" y="1612605"/>
              <a:ext cx="3381154" cy="106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Flowchart: Decision 6">
              <a:extLst>
                <a:ext uri="{FF2B5EF4-FFF2-40B4-BE49-F238E27FC236}">
                  <a16:creationId xmlns:a16="http://schemas.microsoft.com/office/drawing/2014/main" id="{8ED9968F-DD06-4A8D-A477-5BFBF05753FA}"/>
                </a:ext>
              </a:extLst>
            </p:cNvPr>
            <p:cNvSpPr/>
            <p:nvPr/>
          </p:nvSpPr>
          <p:spPr>
            <a:xfrm>
              <a:off x="3023190" y="1265274"/>
              <a:ext cx="1403497" cy="715926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</a:t>
              </a:r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1EE477E8-243F-E644-4BC7-815D43EA7FED}"/>
                </a:ext>
              </a:extLst>
            </p:cNvPr>
            <p:cNvSpPr/>
            <p:nvPr/>
          </p:nvSpPr>
          <p:spPr>
            <a:xfrm>
              <a:off x="5365898" y="1428306"/>
              <a:ext cx="1644502" cy="389861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Menu_Items</a:t>
              </a:r>
              <a:endParaRPr lang="en-US" dirty="0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A76FED55-8F22-8DF7-BBDB-6C2A7EC0334D}"/>
                </a:ext>
              </a:extLst>
            </p:cNvPr>
            <p:cNvSpPr/>
            <p:nvPr/>
          </p:nvSpPr>
          <p:spPr>
            <a:xfrm>
              <a:off x="9888279" y="1360967"/>
              <a:ext cx="1644502" cy="389861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Rating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B8DA9B5-CFAA-B773-7C5A-19DFCE0F2949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 flipV="1">
              <a:off x="7010400" y="1555898"/>
              <a:ext cx="2877879" cy="6733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227E1FB2-DCB1-325A-8510-A20E3F85044F}"/>
                </a:ext>
              </a:extLst>
            </p:cNvPr>
            <p:cNvSpPr/>
            <p:nvPr/>
          </p:nvSpPr>
          <p:spPr>
            <a:xfrm>
              <a:off x="7486570" y="1290220"/>
              <a:ext cx="1594270" cy="613145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receives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C3E9AC-EC89-AA99-368D-81040DB1ABC3}"/>
                </a:ext>
              </a:extLst>
            </p:cNvPr>
            <p:cNvSpPr/>
            <p:nvPr/>
          </p:nvSpPr>
          <p:spPr>
            <a:xfrm>
              <a:off x="26600" y="4207756"/>
              <a:ext cx="1835889" cy="38986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5B166AB-6486-C392-C55C-A49EB1761A96}"/>
                </a:ext>
              </a:extLst>
            </p:cNvPr>
            <p:cNvGrpSpPr/>
            <p:nvPr/>
          </p:nvGrpSpPr>
          <p:grpSpPr>
            <a:xfrm>
              <a:off x="5365898" y="4624388"/>
              <a:ext cx="6049924" cy="625379"/>
              <a:chOff x="5482857" y="3717076"/>
              <a:chExt cx="6049924" cy="625379"/>
            </a:xfrm>
          </p:grpSpPr>
          <p:sp>
            <p:nvSpPr>
              <p:cNvPr id="16" name="Flowchart: Process 15">
                <a:extLst>
                  <a:ext uri="{FF2B5EF4-FFF2-40B4-BE49-F238E27FC236}">
                    <a16:creationId xmlns:a16="http://schemas.microsoft.com/office/drawing/2014/main" id="{EE41122A-2494-48DD-7BFC-831E2777CFE1}"/>
                  </a:ext>
                </a:extLst>
              </p:cNvPr>
              <p:cNvSpPr/>
              <p:nvPr/>
            </p:nvSpPr>
            <p:spPr>
              <a:xfrm>
                <a:off x="5482857" y="3884427"/>
                <a:ext cx="1644502" cy="389861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Order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A3F1A51-6FF0-D596-77CE-B10391499386}"/>
                  </a:ext>
                </a:extLst>
              </p:cNvPr>
              <p:cNvCxnSpPr>
                <a:stCxn id="16" idx="3"/>
              </p:cNvCxnSpPr>
              <p:nvPr/>
            </p:nvCxnSpPr>
            <p:spPr>
              <a:xfrm flipV="1">
                <a:off x="7127359" y="4012019"/>
                <a:ext cx="2877879" cy="6733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Flowchart: Decision 17">
                <a:extLst>
                  <a:ext uri="{FF2B5EF4-FFF2-40B4-BE49-F238E27FC236}">
                    <a16:creationId xmlns:a16="http://schemas.microsoft.com/office/drawing/2014/main" id="{22F198C7-329B-DA7F-8577-3C26B5AF0994}"/>
                  </a:ext>
                </a:extLst>
              </p:cNvPr>
              <p:cNvSpPr/>
              <p:nvPr/>
            </p:nvSpPr>
            <p:spPr>
              <a:xfrm>
                <a:off x="7962845" y="3717076"/>
                <a:ext cx="1477886" cy="625379"/>
              </a:xfrm>
              <a:prstGeom prst="flowChartDecisi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contains</a:t>
                </a:r>
                <a:endParaRPr lang="en-US" sz="1600" dirty="0"/>
              </a:p>
            </p:txBody>
          </p:sp>
          <p:sp>
            <p:nvSpPr>
              <p:cNvPr id="19" name="Flowchart: Process 18">
                <a:extLst>
                  <a:ext uri="{FF2B5EF4-FFF2-40B4-BE49-F238E27FC236}">
                    <a16:creationId xmlns:a16="http://schemas.microsoft.com/office/drawing/2014/main" id="{0F6DAE33-87F4-D907-CD9B-5134F5AB1B1A}"/>
                  </a:ext>
                </a:extLst>
              </p:cNvPr>
              <p:cNvSpPr/>
              <p:nvPr/>
            </p:nvSpPr>
            <p:spPr>
              <a:xfrm>
                <a:off x="10037135" y="3817088"/>
                <a:ext cx="1495646" cy="389861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Order_items</a:t>
                </a:r>
                <a:endParaRPr lang="en-US" dirty="0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DD07C9-718C-CD92-1552-BB62D11488D8}"/>
                </a:ext>
              </a:extLst>
            </p:cNvPr>
            <p:cNvCxnSpPr>
              <a:stCxn id="13" idx="3"/>
              <a:endCxn id="16" idx="1"/>
            </p:cNvCxnSpPr>
            <p:nvPr/>
          </p:nvCxnSpPr>
          <p:spPr>
            <a:xfrm>
              <a:off x="1862489" y="4402687"/>
              <a:ext cx="3503409" cy="5839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Flowchart: Decision 22">
              <a:extLst>
                <a:ext uri="{FF2B5EF4-FFF2-40B4-BE49-F238E27FC236}">
                  <a16:creationId xmlns:a16="http://schemas.microsoft.com/office/drawing/2014/main" id="{B4CF1881-082E-DCD7-8114-540F2E18F3CC}"/>
                </a:ext>
              </a:extLst>
            </p:cNvPr>
            <p:cNvSpPr/>
            <p:nvPr/>
          </p:nvSpPr>
          <p:spPr>
            <a:xfrm rot="471675">
              <a:off x="2715345" y="4285503"/>
              <a:ext cx="1591339" cy="763772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place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6F9E4A-1794-F97C-ED1D-BA1239F31205}"/>
                </a:ext>
              </a:extLst>
            </p:cNvPr>
            <p:cNvCxnSpPr>
              <a:cxnSpLocks/>
              <a:stCxn id="13" idx="3"/>
              <a:endCxn id="9" idx="1"/>
            </p:cNvCxnSpPr>
            <p:nvPr/>
          </p:nvCxnSpPr>
          <p:spPr>
            <a:xfrm flipV="1">
              <a:off x="1862489" y="1555898"/>
              <a:ext cx="8025790" cy="28467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Flowchart: Decision 27">
              <a:extLst>
                <a:ext uri="{FF2B5EF4-FFF2-40B4-BE49-F238E27FC236}">
                  <a16:creationId xmlns:a16="http://schemas.microsoft.com/office/drawing/2014/main" id="{949475F4-C1A3-110D-74D0-25E4E3359EEB}"/>
                </a:ext>
              </a:extLst>
            </p:cNvPr>
            <p:cNvSpPr/>
            <p:nvPr/>
          </p:nvSpPr>
          <p:spPr>
            <a:xfrm rot="20455269">
              <a:off x="4733989" y="2765336"/>
              <a:ext cx="1644502" cy="641158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Gives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613651F-C0E1-7353-091E-A602C3B44899}"/>
                </a:ext>
              </a:extLst>
            </p:cNvPr>
            <p:cNvCxnSpPr>
              <a:stCxn id="16" idx="3"/>
              <a:endCxn id="9" idx="1"/>
            </p:cNvCxnSpPr>
            <p:nvPr/>
          </p:nvCxnSpPr>
          <p:spPr>
            <a:xfrm flipV="1">
              <a:off x="7010400" y="1555898"/>
              <a:ext cx="2877879" cy="34307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1EEA61-2C6E-AD22-216F-69CE566A30F4}"/>
              </a:ext>
            </a:extLst>
          </p:cNvPr>
          <p:cNvCxnSpPr>
            <a:stCxn id="16" idx="2"/>
          </p:cNvCxnSpPr>
          <p:nvPr/>
        </p:nvCxnSpPr>
        <p:spPr>
          <a:xfrm>
            <a:off x="6210287" y="4707400"/>
            <a:ext cx="0" cy="16090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AA0DD89-3769-87AF-3D61-305DA0F44B5C}"/>
              </a:ext>
            </a:extLst>
          </p:cNvPr>
          <p:cNvSpPr/>
          <p:nvPr/>
        </p:nvSpPr>
        <p:spPr>
          <a:xfrm>
            <a:off x="5662775" y="6150633"/>
            <a:ext cx="1431851" cy="3898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Payment</a:t>
            </a:r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F06BB425-A5FA-7C57-FE1F-BEC991B63C4F}"/>
              </a:ext>
            </a:extLst>
          </p:cNvPr>
          <p:cNvSpPr/>
          <p:nvPr/>
        </p:nvSpPr>
        <p:spPr>
          <a:xfrm>
            <a:off x="5930367" y="4939987"/>
            <a:ext cx="561559" cy="985283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FB11119-9DC8-8D10-42A3-5EE2DC128557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284408" y="383492"/>
            <a:ext cx="854148" cy="5599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C1B9491-E49C-EEB8-3DBB-A4D746C5822E}"/>
              </a:ext>
            </a:extLst>
          </p:cNvPr>
          <p:cNvCxnSpPr>
            <a:stCxn id="4" idx="0"/>
          </p:cNvCxnSpPr>
          <p:nvPr/>
        </p:nvCxnSpPr>
        <p:spPr>
          <a:xfrm flipV="1">
            <a:off x="1138556" y="503995"/>
            <a:ext cx="877187" cy="439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6A363D4-FDBF-534C-7148-8F73D05B0B69}"/>
              </a:ext>
            </a:extLst>
          </p:cNvPr>
          <p:cNvSpPr/>
          <p:nvPr/>
        </p:nvSpPr>
        <p:spPr>
          <a:xfrm>
            <a:off x="123160" y="209106"/>
            <a:ext cx="1049079" cy="3898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C_id</a:t>
            </a:r>
            <a:endParaRPr lang="en-US" sz="14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CD53A4A-D365-D51D-C3DE-95A0E075788C}"/>
              </a:ext>
            </a:extLst>
          </p:cNvPr>
          <p:cNvSpPr/>
          <p:nvPr/>
        </p:nvSpPr>
        <p:spPr>
          <a:xfrm>
            <a:off x="1625895" y="163031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C_name</a:t>
            </a:r>
            <a:endParaRPr lang="en-US" sz="14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D89E015-5456-67D5-B905-6BDEC5EB865D}"/>
              </a:ext>
            </a:extLst>
          </p:cNvPr>
          <p:cNvCxnSpPr>
            <a:cxnSpLocks/>
          </p:cNvCxnSpPr>
          <p:nvPr/>
        </p:nvCxnSpPr>
        <p:spPr>
          <a:xfrm>
            <a:off x="434162" y="524540"/>
            <a:ext cx="4270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F8A883C-E005-7A45-8FCA-4D74A6B54E1A}"/>
              </a:ext>
            </a:extLst>
          </p:cNvPr>
          <p:cNvCxnSpPr>
            <a:cxnSpLocks/>
          </p:cNvCxnSpPr>
          <p:nvPr/>
        </p:nvCxnSpPr>
        <p:spPr>
          <a:xfrm flipH="1" flipV="1">
            <a:off x="5027426" y="571501"/>
            <a:ext cx="480239" cy="392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6E2C0C0-55DF-EDA5-E435-0A3E2C554F97}"/>
              </a:ext>
            </a:extLst>
          </p:cNvPr>
          <p:cNvSpPr/>
          <p:nvPr/>
        </p:nvSpPr>
        <p:spPr>
          <a:xfrm>
            <a:off x="4141748" y="209106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M_id</a:t>
            </a:r>
            <a:endParaRPr lang="en-US" sz="14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A8ECF2E-093A-E7B0-3134-2C3965C491A8}"/>
              </a:ext>
            </a:extLst>
          </p:cNvPr>
          <p:cNvSpPr/>
          <p:nvPr/>
        </p:nvSpPr>
        <p:spPr>
          <a:xfrm>
            <a:off x="5424316" y="18440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M_name</a:t>
            </a:r>
            <a:endParaRPr lang="en-US" sz="1200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5ED649C-E10D-14A5-83FF-1F90DFF1DFE9}"/>
              </a:ext>
            </a:extLst>
          </p:cNvPr>
          <p:cNvCxnSpPr>
            <a:cxnSpLocks/>
            <a:endCxn id="58" idx="4"/>
          </p:cNvCxnSpPr>
          <p:nvPr/>
        </p:nvCxnSpPr>
        <p:spPr>
          <a:xfrm flipV="1">
            <a:off x="5646361" y="399772"/>
            <a:ext cx="373378" cy="5603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6DA0DAF-B16F-D00F-8A77-91B9E8452AC6}"/>
              </a:ext>
            </a:extLst>
          </p:cNvPr>
          <p:cNvCxnSpPr>
            <a:cxnSpLocks/>
          </p:cNvCxnSpPr>
          <p:nvPr/>
        </p:nvCxnSpPr>
        <p:spPr>
          <a:xfrm flipV="1">
            <a:off x="5646429" y="294055"/>
            <a:ext cx="1278408" cy="659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25C27B2A-209E-BEE1-28AD-53A0D1B7F00A}"/>
              </a:ext>
            </a:extLst>
          </p:cNvPr>
          <p:cNvSpPr/>
          <p:nvPr/>
        </p:nvSpPr>
        <p:spPr>
          <a:xfrm>
            <a:off x="6732132" y="-749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Img_url</a:t>
            </a:r>
            <a:endParaRPr lang="en-US" sz="12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057436B-49AC-3EE1-BB6F-3A8BE849AC8B}"/>
              </a:ext>
            </a:extLst>
          </p:cNvPr>
          <p:cNvSpPr/>
          <p:nvPr/>
        </p:nvSpPr>
        <p:spPr>
          <a:xfrm>
            <a:off x="7050857" y="480498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DF0F43E-308C-3494-4D7F-D27DD71B72A3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5578378" y="671164"/>
            <a:ext cx="1472479" cy="2960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3D79C62-35E1-61A2-C90D-5DC1AC37ABD3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032538" y="1149037"/>
            <a:ext cx="289275" cy="5685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E3CDF999-59A2-C268-A01B-36594835ED94}"/>
              </a:ext>
            </a:extLst>
          </p:cNvPr>
          <p:cNvSpPr/>
          <p:nvPr/>
        </p:nvSpPr>
        <p:spPr>
          <a:xfrm>
            <a:off x="6196807" y="1542738"/>
            <a:ext cx="1299545" cy="4537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Availability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6CCD4FC-02A1-02F8-EE6A-B24A980E13BE}"/>
              </a:ext>
            </a:extLst>
          </p:cNvPr>
          <p:cNvSpPr/>
          <p:nvPr/>
        </p:nvSpPr>
        <p:spPr>
          <a:xfrm>
            <a:off x="8641617" y="74427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Rating_id</a:t>
            </a:r>
            <a:endParaRPr lang="en-US" sz="1200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E1A1880-0AB4-9396-BF00-1855FC300DD0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9658067" y="399914"/>
            <a:ext cx="469549" cy="485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0DD5D8F9-253A-677C-6C69-DC0FE4E47073}"/>
              </a:ext>
            </a:extLst>
          </p:cNvPr>
          <p:cNvSpPr/>
          <p:nvPr/>
        </p:nvSpPr>
        <p:spPr>
          <a:xfrm>
            <a:off x="9884373" y="45096"/>
            <a:ext cx="964539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R_value</a:t>
            </a:r>
            <a:endParaRPr lang="en-US" sz="1200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8AEEFAC-4C23-E53E-500A-734335E0806C}"/>
              </a:ext>
            </a:extLst>
          </p:cNvPr>
          <p:cNvCxnSpPr>
            <a:cxnSpLocks/>
          </p:cNvCxnSpPr>
          <p:nvPr/>
        </p:nvCxnSpPr>
        <p:spPr>
          <a:xfrm flipV="1">
            <a:off x="10118655" y="374181"/>
            <a:ext cx="0" cy="5207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C53ECF39-E2CB-F39D-AE0F-B2C686054E78}"/>
              </a:ext>
            </a:extLst>
          </p:cNvPr>
          <p:cNvSpPr/>
          <p:nvPr/>
        </p:nvSpPr>
        <p:spPr>
          <a:xfrm>
            <a:off x="9607822" y="1884615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Cust_id</a:t>
            </a:r>
            <a:r>
              <a:rPr lang="en-US" sz="1200" dirty="0"/>
              <a:t> (</a:t>
            </a:r>
            <a:r>
              <a:rPr lang="en-US" sz="1200" dirty="0">
                <a:solidFill>
                  <a:srgbClr val="FF0000"/>
                </a:solidFill>
              </a:rPr>
              <a:t>FK</a:t>
            </a:r>
            <a:r>
              <a:rPr lang="en-US" sz="1200" dirty="0"/>
              <a:t>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11C27CB-C0BF-1DFE-F9AA-DC38F22AB000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9858506" y="1081698"/>
            <a:ext cx="51911" cy="8173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E127D1A-7DF8-31E0-EA12-137D2FD5C637}"/>
              </a:ext>
            </a:extLst>
          </p:cNvPr>
          <p:cNvCxnSpPr>
            <a:cxnSpLocks/>
          </p:cNvCxnSpPr>
          <p:nvPr/>
        </p:nvCxnSpPr>
        <p:spPr>
          <a:xfrm flipH="1" flipV="1">
            <a:off x="11512958" y="1275609"/>
            <a:ext cx="312220" cy="6223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205328C0-45B8-24CF-C7FB-E49C37E999E5}"/>
              </a:ext>
            </a:extLst>
          </p:cNvPr>
          <p:cNvSpPr/>
          <p:nvPr/>
        </p:nvSpPr>
        <p:spPr>
          <a:xfrm>
            <a:off x="11146111" y="1898004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Order_id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(FK)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57AD6FC-CED3-6268-CA15-10A45CEC3409}"/>
              </a:ext>
            </a:extLst>
          </p:cNvPr>
          <p:cNvSpPr/>
          <p:nvPr/>
        </p:nvSpPr>
        <p:spPr>
          <a:xfrm>
            <a:off x="10906717" y="57984"/>
            <a:ext cx="1162123" cy="31962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Item_id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(FK)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332A770-5E8E-C0F4-9C30-F2C2190A8C31}"/>
              </a:ext>
            </a:extLst>
          </p:cNvPr>
          <p:cNvCxnSpPr>
            <a:cxnSpLocks/>
          </p:cNvCxnSpPr>
          <p:nvPr/>
        </p:nvCxnSpPr>
        <p:spPr>
          <a:xfrm flipV="1">
            <a:off x="10976568" y="371180"/>
            <a:ext cx="334996" cy="490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5016BD-6593-0FEA-81E2-020FADC0C4F9}"/>
              </a:ext>
            </a:extLst>
          </p:cNvPr>
          <p:cNvCxnSpPr>
            <a:cxnSpLocks/>
          </p:cNvCxnSpPr>
          <p:nvPr/>
        </p:nvCxnSpPr>
        <p:spPr>
          <a:xfrm flipH="1" flipV="1">
            <a:off x="188619" y="3059410"/>
            <a:ext cx="287071" cy="656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623C298B-E59D-886C-36C9-5D71D2E2B88D}"/>
              </a:ext>
            </a:extLst>
          </p:cNvPr>
          <p:cNvSpPr/>
          <p:nvPr/>
        </p:nvSpPr>
        <p:spPr>
          <a:xfrm>
            <a:off x="34985" y="2752117"/>
            <a:ext cx="1049079" cy="3898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Cust_id</a:t>
            </a:r>
            <a:endParaRPr lang="en-US" sz="14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90E4DBE-47AB-5E90-66A9-605DE1F32FEC}"/>
              </a:ext>
            </a:extLst>
          </p:cNvPr>
          <p:cNvSpPr/>
          <p:nvPr/>
        </p:nvSpPr>
        <p:spPr>
          <a:xfrm>
            <a:off x="1298511" y="2807856"/>
            <a:ext cx="1049079" cy="3898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0243DD6-F6E6-4284-0067-EDEB6769DD9F}"/>
              </a:ext>
            </a:extLst>
          </p:cNvPr>
          <p:cNvCxnSpPr>
            <a:cxnSpLocks/>
            <a:endCxn id="105" idx="3"/>
          </p:cNvCxnSpPr>
          <p:nvPr/>
        </p:nvCxnSpPr>
        <p:spPr>
          <a:xfrm flipV="1">
            <a:off x="478972" y="3140623"/>
            <a:ext cx="973173" cy="5787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307F5EF6-A470-8259-1032-7E58516ED115}"/>
              </a:ext>
            </a:extLst>
          </p:cNvPr>
          <p:cNvSpPr/>
          <p:nvPr/>
        </p:nvSpPr>
        <p:spPr>
          <a:xfrm>
            <a:off x="34985" y="4602141"/>
            <a:ext cx="1049079" cy="3898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DOB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E4C6F89-E148-A1C1-5CBB-46AFA000FF89}"/>
              </a:ext>
            </a:extLst>
          </p:cNvPr>
          <p:cNvCxnSpPr>
            <a:cxnSpLocks/>
          </p:cNvCxnSpPr>
          <p:nvPr/>
        </p:nvCxnSpPr>
        <p:spPr>
          <a:xfrm>
            <a:off x="46343" y="4106259"/>
            <a:ext cx="153634" cy="5338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D7B574F-D7FB-D7B0-0708-3626FB1BDD8B}"/>
              </a:ext>
            </a:extLst>
          </p:cNvPr>
          <p:cNvCxnSpPr>
            <a:cxnSpLocks/>
          </p:cNvCxnSpPr>
          <p:nvPr/>
        </p:nvCxnSpPr>
        <p:spPr>
          <a:xfrm flipH="1" flipV="1">
            <a:off x="5396024" y="3760278"/>
            <a:ext cx="150627" cy="523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8964ABC4-FB4D-753F-811B-2A8864A12F6C}"/>
              </a:ext>
            </a:extLst>
          </p:cNvPr>
          <p:cNvSpPr/>
          <p:nvPr/>
        </p:nvSpPr>
        <p:spPr>
          <a:xfrm>
            <a:off x="4800602" y="3373950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Order_id</a:t>
            </a:r>
            <a:endParaRPr lang="en-US" sz="1400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CDD4322-E0CC-F519-E699-854E7A20F547}"/>
              </a:ext>
            </a:extLst>
          </p:cNvPr>
          <p:cNvSpPr/>
          <p:nvPr/>
        </p:nvSpPr>
        <p:spPr>
          <a:xfrm>
            <a:off x="6075072" y="3148121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Table_no</a:t>
            </a:r>
            <a:endParaRPr lang="en-US" sz="1200" dirty="0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FC3ACCC-09B8-6B19-8D23-19DF33B2B09B}"/>
              </a:ext>
            </a:extLst>
          </p:cNvPr>
          <p:cNvCxnSpPr>
            <a:cxnSpLocks/>
          </p:cNvCxnSpPr>
          <p:nvPr/>
        </p:nvCxnSpPr>
        <p:spPr>
          <a:xfrm flipV="1">
            <a:off x="5546651" y="3524619"/>
            <a:ext cx="931236" cy="788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BBA00302-5781-A4B0-A4E3-3BDE12AA238E}"/>
              </a:ext>
            </a:extLst>
          </p:cNvPr>
          <p:cNvSpPr/>
          <p:nvPr/>
        </p:nvSpPr>
        <p:spPr>
          <a:xfrm>
            <a:off x="4233471" y="5275673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Table_no</a:t>
            </a:r>
            <a:endParaRPr lang="en-US" sz="1200" dirty="0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AD4D665-C605-4EFE-28CC-7007CB91B307}"/>
              </a:ext>
            </a:extLst>
          </p:cNvPr>
          <p:cNvCxnSpPr>
            <a:cxnSpLocks/>
            <a:stCxn id="127" idx="0"/>
          </p:cNvCxnSpPr>
          <p:nvPr/>
        </p:nvCxnSpPr>
        <p:spPr>
          <a:xfrm flipV="1">
            <a:off x="4828894" y="4736504"/>
            <a:ext cx="717757" cy="539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CCBBDC8-5536-88F6-62B0-F97521946B02}"/>
              </a:ext>
            </a:extLst>
          </p:cNvPr>
          <p:cNvCxnSpPr>
            <a:cxnSpLocks/>
            <a:stCxn id="134" idx="1"/>
          </p:cNvCxnSpPr>
          <p:nvPr/>
        </p:nvCxnSpPr>
        <p:spPr>
          <a:xfrm flipH="1" flipV="1">
            <a:off x="6996126" y="4714430"/>
            <a:ext cx="704756" cy="272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B33056C4-219D-A217-8D62-41433A9B2C3A}"/>
              </a:ext>
            </a:extLst>
          </p:cNvPr>
          <p:cNvSpPr/>
          <p:nvPr/>
        </p:nvSpPr>
        <p:spPr>
          <a:xfrm>
            <a:off x="7526487" y="4927108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Cust_Id</a:t>
            </a:r>
            <a:endParaRPr lang="en-US" sz="1200" dirty="0"/>
          </a:p>
          <a:p>
            <a:pPr algn="ctr"/>
            <a:r>
              <a:rPr lang="en-US" sz="1200" dirty="0"/>
              <a:t>(</a:t>
            </a:r>
            <a:r>
              <a:rPr lang="en-US" sz="1200" dirty="0">
                <a:solidFill>
                  <a:srgbClr val="FF0000"/>
                </a:solidFill>
              </a:rPr>
              <a:t>FK</a:t>
            </a:r>
            <a:r>
              <a:rPr lang="en-US" sz="1200" dirty="0"/>
              <a:t>)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E9EBB4F-5EAA-5102-C5FA-4641906941F7}"/>
              </a:ext>
            </a:extLst>
          </p:cNvPr>
          <p:cNvCxnSpPr>
            <a:cxnSpLocks/>
            <a:stCxn id="138" idx="0"/>
          </p:cNvCxnSpPr>
          <p:nvPr/>
        </p:nvCxnSpPr>
        <p:spPr>
          <a:xfrm flipH="1" flipV="1">
            <a:off x="6974483" y="4714430"/>
            <a:ext cx="430266" cy="735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E7035000-A304-C140-DBCD-FBEFD61E122D}"/>
              </a:ext>
            </a:extLst>
          </p:cNvPr>
          <p:cNvSpPr/>
          <p:nvPr/>
        </p:nvSpPr>
        <p:spPr>
          <a:xfrm>
            <a:off x="6809326" y="5449783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status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CCB1D7D-2BA0-9956-8BFF-5534EB707D08}"/>
              </a:ext>
            </a:extLst>
          </p:cNvPr>
          <p:cNvCxnSpPr>
            <a:cxnSpLocks/>
          </p:cNvCxnSpPr>
          <p:nvPr/>
        </p:nvCxnSpPr>
        <p:spPr>
          <a:xfrm flipV="1">
            <a:off x="9449646" y="4680314"/>
            <a:ext cx="678949" cy="9786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6495CAC1-5126-CF2F-D339-9FA0A1C8C95A}"/>
              </a:ext>
            </a:extLst>
          </p:cNvPr>
          <p:cNvSpPr/>
          <p:nvPr/>
        </p:nvSpPr>
        <p:spPr>
          <a:xfrm>
            <a:off x="9034159" y="5533659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Item_id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(FK)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28E32D6-7135-E2F6-267C-3DC77058FF65}"/>
              </a:ext>
            </a:extLst>
          </p:cNvPr>
          <p:cNvCxnSpPr>
            <a:stCxn id="8" idx="3"/>
            <a:endCxn id="19" idx="0"/>
          </p:cNvCxnSpPr>
          <p:nvPr/>
        </p:nvCxnSpPr>
        <p:spPr>
          <a:xfrm>
            <a:off x="7032538" y="1149037"/>
            <a:ext cx="3657599" cy="3101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Flowchart: Decision 146">
            <a:extLst>
              <a:ext uri="{FF2B5EF4-FFF2-40B4-BE49-F238E27FC236}">
                <a16:creationId xmlns:a16="http://schemas.microsoft.com/office/drawing/2014/main" id="{B7B30495-D33A-819A-254D-6622B972E465}"/>
              </a:ext>
            </a:extLst>
          </p:cNvPr>
          <p:cNvSpPr/>
          <p:nvPr/>
        </p:nvSpPr>
        <p:spPr>
          <a:xfrm rot="2329271">
            <a:off x="8654867" y="2862856"/>
            <a:ext cx="1652664" cy="69793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Include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03C4A2A-DA56-9B5A-B4E8-0C541D27B600}"/>
              </a:ext>
            </a:extLst>
          </p:cNvPr>
          <p:cNvCxnSpPr>
            <a:cxnSpLocks/>
            <a:stCxn id="152" idx="0"/>
          </p:cNvCxnSpPr>
          <p:nvPr/>
        </p:nvCxnSpPr>
        <p:spPr>
          <a:xfrm flipH="1" flipV="1">
            <a:off x="10128595" y="4701115"/>
            <a:ext cx="633451" cy="10648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4138D0D8-991B-6A5E-F7F8-A6C3FF3F483B}"/>
              </a:ext>
            </a:extLst>
          </p:cNvPr>
          <p:cNvSpPr/>
          <p:nvPr/>
        </p:nvSpPr>
        <p:spPr>
          <a:xfrm>
            <a:off x="10166623" y="5765933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Order_id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(FK)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9139DC54-48B0-E2E7-8655-DE982E2582CE}"/>
              </a:ext>
            </a:extLst>
          </p:cNvPr>
          <p:cNvSpPr/>
          <p:nvPr/>
        </p:nvSpPr>
        <p:spPr>
          <a:xfrm>
            <a:off x="11098610" y="5329424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price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806448F-F090-4C5E-64BC-D53C84232867}"/>
              </a:ext>
            </a:extLst>
          </p:cNvPr>
          <p:cNvSpPr/>
          <p:nvPr/>
        </p:nvSpPr>
        <p:spPr>
          <a:xfrm>
            <a:off x="3613134" y="1702359"/>
            <a:ext cx="1190845" cy="381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Price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33461D2-E17B-3F9D-1DD5-54BA3CD27638}"/>
              </a:ext>
            </a:extLst>
          </p:cNvPr>
          <p:cNvCxnSpPr>
            <a:cxnSpLocks/>
            <a:stCxn id="155" idx="0"/>
          </p:cNvCxnSpPr>
          <p:nvPr/>
        </p:nvCxnSpPr>
        <p:spPr>
          <a:xfrm flipV="1">
            <a:off x="4208557" y="1345416"/>
            <a:ext cx="1309713" cy="356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B7C0C4F-543E-4FC9-991A-A316C6111499}"/>
              </a:ext>
            </a:extLst>
          </p:cNvPr>
          <p:cNvCxnSpPr>
            <a:stCxn id="19" idx="2"/>
            <a:endCxn id="153" idx="0"/>
          </p:cNvCxnSpPr>
          <p:nvPr/>
        </p:nvCxnSpPr>
        <p:spPr>
          <a:xfrm>
            <a:off x="10690137" y="4640061"/>
            <a:ext cx="1003896" cy="6893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B673489A-434E-0411-C22A-EF37C77B203A}"/>
              </a:ext>
            </a:extLst>
          </p:cNvPr>
          <p:cNvSpPr/>
          <p:nvPr/>
        </p:nvSpPr>
        <p:spPr>
          <a:xfrm>
            <a:off x="11078292" y="3156640"/>
            <a:ext cx="1190845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Quantity 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CBD92E4-1EA5-1389-BAE4-20D9100F7678}"/>
              </a:ext>
            </a:extLst>
          </p:cNvPr>
          <p:cNvCxnSpPr>
            <a:stCxn id="19" idx="0"/>
            <a:endCxn id="162" idx="4"/>
          </p:cNvCxnSpPr>
          <p:nvPr/>
        </p:nvCxnSpPr>
        <p:spPr>
          <a:xfrm flipV="1">
            <a:off x="10690137" y="3565110"/>
            <a:ext cx="983578" cy="685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73EF3BA-83DD-AA9B-C2DE-48DDFCA63EBF}"/>
              </a:ext>
            </a:extLst>
          </p:cNvPr>
          <p:cNvCxnSpPr>
            <a:stCxn id="35" idx="1"/>
          </p:cNvCxnSpPr>
          <p:nvPr/>
        </p:nvCxnSpPr>
        <p:spPr>
          <a:xfrm flipH="1">
            <a:off x="4610984" y="6345564"/>
            <a:ext cx="1051791" cy="1899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B02BC7CD-3F53-CF25-95B4-ACBB62944FDF}"/>
              </a:ext>
            </a:extLst>
          </p:cNvPr>
          <p:cNvSpPr/>
          <p:nvPr/>
        </p:nvSpPr>
        <p:spPr>
          <a:xfrm>
            <a:off x="4122141" y="6444800"/>
            <a:ext cx="1190843" cy="408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Order_id</a:t>
            </a:r>
            <a:endParaRPr lang="en-US" sz="1400" dirty="0"/>
          </a:p>
          <a:p>
            <a:pPr algn="ctr"/>
            <a:r>
              <a:rPr lang="en-US" sz="1400" dirty="0"/>
              <a:t>(</a:t>
            </a:r>
            <a:r>
              <a:rPr lang="en-US" sz="1400" dirty="0">
                <a:solidFill>
                  <a:srgbClr val="FF0000"/>
                </a:solidFill>
              </a:rPr>
              <a:t>FK</a:t>
            </a:r>
            <a:r>
              <a:rPr lang="en-US" sz="1400" dirty="0"/>
              <a:t>)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BB7AE77-23F2-A16C-2591-361F6AB33B84}"/>
              </a:ext>
            </a:extLst>
          </p:cNvPr>
          <p:cNvCxnSpPr>
            <a:cxnSpLocks/>
            <a:stCxn id="35" idx="1"/>
            <a:endCxn id="172" idx="6"/>
          </p:cNvCxnSpPr>
          <p:nvPr/>
        </p:nvCxnSpPr>
        <p:spPr>
          <a:xfrm flipH="1" flipV="1">
            <a:off x="3937338" y="5657703"/>
            <a:ext cx="1725437" cy="6878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Oval 171">
            <a:extLst>
              <a:ext uri="{FF2B5EF4-FFF2-40B4-BE49-F238E27FC236}">
                <a16:creationId xmlns:a16="http://schemas.microsoft.com/office/drawing/2014/main" id="{9220D36E-0AA2-1749-09F3-2E0E31360B8F}"/>
              </a:ext>
            </a:extLst>
          </p:cNvPr>
          <p:cNvSpPr/>
          <p:nvPr/>
        </p:nvSpPr>
        <p:spPr>
          <a:xfrm>
            <a:off x="2030456" y="5329424"/>
            <a:ext cx="1906882" cy="656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payment_status</a:t>
            </a:r>
            <a:endParaRPr lang="en-US" sz="1400" dirty="0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396938A-6BFC-C175-30CB-7078391C0A3D}"/>
              </a:ext>
            </a:extLst>
          </p:cNvPr>
          <p:cNvCxnSpPr>
            <a:cxnSpLocks/>
            <a:stCxn id="176" idx="2"/>
          </p:cNvCxnSpPr>
          <p:nvPr/>
        </p:nvCxnSpPr>
        <p:spPr>
          <a:xfrm flipH="1" flipV="1">
            <a:off x="7094626" y="6507119"/>
            <a:ext cx="692997" cy="68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ED320B67-F810-D885-F3D1-B8EECE8506BB}"/>
              </a:ext>
            </a:extLst>
          </p:cNvPr>
          <p:cNvSpPr/>
          <p:nvPr/>
        </p:nvSpPr>
        <p:spPr>
          <a:xfrm>
            <a:off x="7787623" y="6358614"/>
            <a:ext cx="1932110" cy="43351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Payment_method</a:t>
            </a:r>
            <a:endParaRPr lang="en-US" sz="1200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3B707257-E973-0102-F428-2D130A7EAF50}"/>
              </a:ext>
            </a:extLst>
          </p:cNvPr>
          <p:cNvSpPr/>
          <p:nvPr/>
        </p:nvSpPr>
        <p:spPr>
          <a:xfrm>
            <a:off x="7700882" y="5805771"/>
            <a:ext cx="1662023" cy="49284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payment_ID</a:t>
            </a:r>
            <a:endParaRPr lang="en-US" sz="1400" dirty="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F5871D5-7928-F95E-9A13-2DDAC81BA943}"/>
              </a:ext>
            </a:extLst>
          </p:cNvPr>
          <p:cNvCxnSpPr>
            <a:cxnSpLocks/>
            <a:stCxn id="177" idx="2"/>
            <a:endCxn id="35" idx="3"/>
          </p:cNvCxnSpPr>
          <p:nvPr/>
        </p:nvCxnSpPr>
        <p:spPr>
          <a:xfrm flipH="1">
            <a:off x="7094626" y="6052193"/>
            <a:ext cx="606256" cy="2933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382135B-C590-E75F-B26E-E8BCB0CDD798}"/>
              </a:ext>
            </a:extLst>
          </p:cNvPr>
          <p:cNvCxnSpPr>
            <a:cxnSpLocks/>
            <a:stCxn id="35" idx="1"/>
            <a:endCxn id="187" idx="6"/>
          </p:cNvCxnSpPr>
          <p:nvPr/>
        </p:nvCxnSpPr>
        <p:spPr>
          <a:xfrm flipH="1">
            <a:off x="3637047" y="6345564"/>
            <a:ext cx="2025728" cy="13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Oval 186">
            <a:extLst>
              <a:ext uri="{FF2B5EF4-FFF2-40B4-BE49-F238E27FC236}">
                <a16:creationId xmlns:a16="http://schemas.microsoft.com/office/drawing/2014/main" id="{7F1BFAA2-16FD-AFF5-801B-D74CD35CDF6B}"/>
              </a:ext>
            </a:extLst>
          </p:cNvPr>
          <p:cNvSpPr/>
          <p:nvPr/>
        </p:nvSpPr>
        <p:spPr>
          <a:xfrm>
            <a:off x="1756101" y="6146543"/>
            <a:ext cx="1880946" cy="4241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Payment_id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DBDD03-9C18-ABD7-952B-4A40D7477B3B}"/>
              </a:ext>
            </a:extLst>
          </p:cNvPr>
          <p:cNvSpPr txBox="1"/>
          <p:nvPr/>
        </p:nvSpPr>
        <p:spPr>
          <a:xfrm>
            <a:off x="2088623" y="802766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AE1E62-4D73-4AAC-A71C-CC76863B4CE8}"/>
              </a:ext>
            </a:extLst>
          </p:cNvPr>
          <p:cNvSpPr txBox="1"/>
          <p:nvPr/>
        </p:nvSpPr>
        <p:spPr>
          <a:xfrm>
            <a:off x="4924073" y="784680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44312C-D613-B5CE-0647-0404150A897F}"/>
              </a:ext>
            </a:extLst>
          </p:cNvPr>
          <p:cNvCxnSpPr>
            <a:cxnSpLocks/>
          </p:cNvCxnSpPr>
          <p:nvPr/>
        </p:nvCxnSpPr>
        <p:spPr>
          <a:xfrm>
            <a:off x="4523633" y="503995"/>
            <a:ext cx="4270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587C800-6A22-B235-136D-8C01DD1D22DE}"/>
              </a:ext>
            </a:extLst>
          </p:cNvPr>
          <p:cNvSpPr txBox="1"/>
          <p:nvPr/>
        </p:nvSpPr>
        <p:spPr>
          <a:xfrm>
            <a:off x="1938775" y="3399070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ACD210-9448-7486-0086-FF42EF126512}"/>
              </a:ext>
            </a:extLst>
          </p:cNvPr>
          <p:cNvSpPr txBox="1"/>
          <p:nvPr/>
        </p:nvSpPr>
        <p:spPr>
          <a:xfrm>
            <a:off x="9166806" y="1001008"/>
            <a:ext cx="30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D6C1CE1-19E0-9D40-CC6F-1A8D87572A3D}"/>
              </a:ext>
            </a:extLst>
          </p:cNvPr>
          <p:cNvCxnSpPr>
            <a:cxnSpLocks/>
          </p:cNvCxnSpPr>
          <p:nvPr/>
        </p:nvCxnSpPr>
        <p:spPr>
          <a:xfrm>
            <a:off x="9022572" y="389860"/>
            <a:ext cx="4270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AF6F78-50E6-CD54-8719-6B577046CDD8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5507665" y="1345416"/>
            <a:ext cx="64870" cy="385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39CBE9EB-F758-B71B-2D8A-5CA91247697A}"/>
              </a:ext>
            </a:extLst>
          </p:cNvPr>
          <p:cNvSpPr/>
          <p:nvPr/>
        </p:nvSpPr>
        <p:spPr>
          <a:xfrm>
            <a:off x="4836296" y="1730600"/>
            <a:ext cx="1472478" cy="3721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category_id</a:t>
            </a:r>
            <a:endParaRPr lang="en-US" sz="1400" dirty="0"/>
          </a:p>
          <a:p>
            <a:pPr algn="ctr"/>
            <a:r>
              <a:rPr lang="en-US" sz="1200" dirty="0"/>
              <a:t>(</a:t>
            </a:r>
            <a:r>
              <a:rPr lang="en-US" sz="1200" dirty="0">
                <a:solidFill>
                  <a:srgbClr val="FF0000"/>
                </a:solidFill>
              </a:rPr>
              <a:t>FK</a:t>
            </a:r>
            <a:r>
              <a:rPr lang="en-US" sz="1200" dirty="0"/>
              <a:t>)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AE60F42-EF13-D2D3-5E82-F924E954D61A}"/>
              </a:ext>
            </a:extLst>
          </p:cNvPr>
          <p:cNvCxnSpPr>
            <a:cxnSpLocks/>
          </p:cNvCxnSpPr>
          <p:nvPr/>
        </p:nvCxnSpPr>
        <p:spPr>
          <a:xfrm>
            <a:off x="5167788" y="3716023"/>
            <a:ext cx="4270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60B0105-C6AC-1091-9903-BBDDA961C902}"/>
              </a:ext>
            </a:extLst>
          </p:cNvPr>
          <p:cNvSpPr txBox="1"/>
          <p:nvPr/>
        </p:nvSpPr>
        <p:spPr>
          <a:xfrm>
            <a:off x="9488267" y="726815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A29E3D-38AA-881C-A17F-6FA8D83733A1}"/>
              </a:ext>
            </a:extLst>
          </p:cNvPr>
          <p:cNvSpPr txBox="1"/>
          <p:nvPr/>
        </p:nvSpPr>
        <p:spPr>
          <a:xfrm>
            <a:off x="7032167" y="822677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38B305F-D80F-7F17-E64F-8F3CDB7E311B}"/>
              </a:ext>
            </a:extLst>
          </p:cNvPr>
          <p:cNvCxnSpPr>
            <a:cxnSpLocks/>
          </p:cNvCxnSpPr>
          <p:nvPr/>
        </p:nvCxnSpPr>
        <p:spPr>
          <a:xfrm>
            <a:off x="2277113" y="6444800"/>
            <a:ext cx="9093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F3D8BBD-1552-B332-2950-B721783AB658}"/>
              </a:ext>
            </a:extLst>
          </p:cNvPr>
          <p:cNvSpPr txBox="1"/>
          <p:nvPr/>
        </p:nvSpPr>
        <p:spPr>
          <a:xfrm>
            <a:off x="2315755" y="3718095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E219B8-C6F0-D9B7-2C26-EC26A9A23C79}"/>
              </a:ext>
            </a:extLst>
          </p:cNvPr>
          <p:cNvSpPr txBox="1"/>
          <p:nvPr/>
        </p:nvSpPr>
        <p:spPr>
          <a:xfrm>
            <a:off x="4879428" y="4103011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E970CD-729B-48C5-EABC-73820ECF7C0A}"/>
              </a:ext>
            </a:extLst>
          </p:cNvPr>
          <p:cNvSpPr txBox="1"/>
          <p:nvPr/>
        </p:nvSpPr>
        <p:spPr>
          <a:xfrm>
            <a:off x="6316732" y="4636756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FA9D7B-AF13-6EE7-413E-1EED6B40DBE9}"/>
              </a:ext>
            </a:extLst>
          </p:cNvPr>
          <p:cNvSpPr txBox="1"/>
          <p:nvPr/>
        </p:nvSpPr>
        <p:spPr>
          <a:xfrm>
            <a:off x="6236819" y="5788833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Flowchart: Decision 76">
            <a:extLst>
              <a:ext uri="{FF2B5EF4-FFF2-40B4-BE49-F238E27FC236}">
                <a16:creationId xmlns:a16="http://schemas.microsoft.com/office/drawing/2014/main" id="{03FA45C6-DF44-57A6-328C-BC7E6657E51F}"/>
              </a:ext>
            </a:extLst>
          </p:cNvPr>
          <p:cNvSpPr/>
          <p:nvPr/>
        </p:nvSpPr>
        <p:spPr>
          <a:xfrm rot="18663641">
            <a:off x="7315788" y="2907196"/>
            <a:ext cx="1592207" cy="606707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receives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590C1C-E1D1-F534-09F0-69CF35BB70D8}"/>
              </a:ext>
            </a:extLst>
          </p:cNvPr>
          <p:cNvSpPr txBox="1"/>
          <p:nvPr/>
        </p:nvSpPr>
        <p:spPr>
          <a:xfrm>
            <a:off x="6996126" y="3896895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D977BE-DE20-E86D-811D-C7048EF649C8}"/>
              </a:ext>
            </a:extLst>
          </p:cNvPr>
          <p:cNvSpPr txBox="1"/>
          <p:nvPr/>
        </p:nvSpPr>
        <p:spPr>
          <a:xfrm>
            <a:off x="9617874" y="1198688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22BF9F0-88AA-5A7D-EE8C-A581B4750F8C}"/>
              </a:ext>
            </a:extLst>
          </p:cNvPr>
          <p:cNvSpPr txBox="1"/>
          <p:nvPr/>
        </p:nvSpPr>
        <p:spPr>
          <a:xfrm>
            <a:off x="7366050" y="4093546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29DFDE-BBDB-2D8D-5B1E-18D5447B7237}"/>
              </a:ext>
            </a:extLst>
          </p:cNvPr>
          <p:cNvSpPr txBox="1"/>
          <p:nvPr/>
        </p:nvSpPr>
        <p:spPr>
          <a:xfrm>
            <a:off x="9609721" y="4174537"/>
            <a:ext cx="706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</a:t>
            </a:r>
            <a:endParaRPr lang="en-US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EEAD31-893D-B113-09B7-EBD7DFDC1C7C}"/>
              </a:ext>
            </a:extLst>
          </p:cNvPr>
          <p:cNvSpPr txBox="1"/>
          <p:nvPr/>
        </p:nvSpPr>
        <p:spPr>
          <a:xfrm>
            <a:off x="7288056" y="1164856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BB50D98-97E3-DC55-F810-71B52C1316DB}"/>
              </a:ext>
            </a:extLst>
          </p:cNvPr>
          <p:cNvSpPr txBox="1"/>
          <p:nvPr/>
        </p:nvSpPr>
        <p:spPr>
          <a:xfrm>
            <a:off x="10304492" y="3651965"/>
            <a:ext cx="37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CD33F7B-DF21-36D9-4D2D-729F5921F7FD}"/>
              </a:ext>
            </a:extLst>
          </p:cNvPr>
          <p:cNvCxnSpPr>
            <a:cxnSpLocks/>
          </p:cNvCxnSpPr>
          <p:nvPr/>
        </p:nvCxnSpPr>
        <p:spPr>
          <a:xfrm>
            <a:off x="286841" y="3059410"/>
            <a:ext cx="4270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0FB243-98BD-BE4D-13AF-7B8572B9B166}"/>
              </a:ext>
            </a:extLst>
          </p:cNvPr>
          <p:cNvCxnSpPr>
            <a:cxnSpLocks/>
          </p:cNvCxnSpPr>
          <p:nvPr/>
        </p:nvCxnSpPr>
        <p:spPr>
          <a:xfrm flipV="1">
            <a:off x="5587732" y="3969068"/>
            <a:ext cx="988832" cy="335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FC200FB-10DC-536F-878F-7DE8CF587319}"/>
              </a:ext>
            </a:extLst>
          </p:cNvPr>
          <p:cNvSpPr/>
          <p:nvPr/>
        </p:nvSpPr>
        <p:spPr>
          <a:xfrm>
            <a:off x="6285632" y="3577719"/>
            <a:ext cx="1376797" cy="3898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Total_amount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623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141</Words>
  <Application>Microsoft Office PowerPoint</Application>
  <PresentationFormat>Widescreen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Chavan</dc:creator>
  <cp:lastModifiedBy>Aditya Chavan</cp:lastModifiedBy>
  <cp:revision>3</cp:revision>
  <dcterms:created xsi:type="dcterms:W3CDTF">2025-12-22T14:26:07Z</dcterms:created>
  <dcterms:modified xsi:type="dcterms:W3CDTF">2025-12-27T11:47:47Z</dcterms:modified>
</cp:coreProperties>
</file>